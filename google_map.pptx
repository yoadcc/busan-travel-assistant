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761ACC-730E-8A0E-61C8-68BEF9482C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5F9609F-9A92-3D95-1D98-2978807B05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CB01C4-CD52-621A-AB98-0DBE19C63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F73A-B3E1-4579-BFD0-99295DD611CC}" type="datetimeFigureOut">
              <a:rPr lang="zh-TW" altLang="en-US" smtClean="0"/>
              <a:t>2026/8/15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F7FEC8-FAFD-C908-9CD0-3DA92741D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C9EC9C-DAB3-96A8-9057-7B9B7C2A6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88B0C-0070-48DD-A5B7-F02CFBAAAA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3429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F3C019-845E-8D07-8FC3-8F605B26B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D3F547-A842-BB2B-55D1-DE07CAE54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E099D10-8F42-62BB-9F6F-8FFD486A6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F73A-B3E1-4579-BFD0-99295DD611CC}" type="datetimeFigureOut">
              <a:rPr lang="zh-TW" altLang="en-US" smtClean="0"/>
              <a:t>2026/8/15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1DDA08-C722-648E-4E4F-454C1624E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FC08EA-70BE-A9CE-146F-870A67298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88B0C-0070-48DD-A5B7-F02CFBAAAA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3618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F89560-4772-EB57-A3E0-D5933AF15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1C50C1E-4008-EF9B-6236-142AF5167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713D84-C0E0-225A-63A1-E32BCB0E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F73A-B3E1-4579-BFD0-99295DD611CC}" type="datetimeFigureOut">
              <a:rPr lang="zh-TW" altLang="en-US" smtClean="0"/>
              <a:t>2026/8/15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0525CF-3AB4-7A1E-45D8-CF4DE6782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A43AA9F-6566-7E0E-32E1-7C5CA96A5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88B0C-0070-48DD-A5B7-F02CFBAAAA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243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AE6A2F-2FAE-86F6-0DF4-3A7636D10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81877F-923E-7640-3CF8-BA11F61C8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CDE1586-E805-D7E8-CEE0-0807128F7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9B494C6-3DD5-01BF-D852-7ED44607E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F73A-B3E1-4579-BFD0-99295DD611CC}" type="datetimeFigureOut">
              <a:rPr lang="zh-TW" altLang="en-US" smtClean="0"/>
              <a:t>2026/8/15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C30F6F6-DD3B-0C43-5532-1F7DFFC08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9EF9767-40C1-CD6F-E018-37B08446B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88B0C-0070-48DD-A5B7-F02CFBAAAA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8202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34D794-8D10-DB84-51CB-50550611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88A14AC-A6ED-FFE5-5E98-1244EAA82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0E76A6C-92A7-57AA-CC8B-0B8FBF1F1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F1988D9-CD00-DF3E-AEB7-FAF7FDE1EF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B8D0F15-33E4-4404-17CF-61EE8C20ED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3908DAA-76E6-9A21-073C-F4F4D0DE9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F73A-B3E1-4579-BFD0-99295DD611CC}" type="datetimeFigureOut">
              <a:rPr lang="zh-TW" altLang="en-US" smtClean="0"/>
              <a:t>2026/8/15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B4D0B65-73CB-1F23-487A-66117792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B060E13-6FD9-5598-2573-63595628D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88B0C-0070-48DD-A5B7-F02CFBAAAA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7506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CB2297-62A2-0E98-920E-DCDA4C1AA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908907C-47C5-2233-0157-B47C3FE1F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F73A-B3E1-4579-BFD0-99295DD611CC}" type="datetimeFigureOut">
              <a:rPr lang="zh-TW" altLang="en-US" smtClean="0"/>
              <a:t>2026/8/15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81D1616-84FA-5CD5-9FD6-8D2F366F2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76BACA6-2B2F-FA68-1698-9418A61A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88B0C-0070-48DD-A5B7-F02CFBAAAA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862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0771310-446A-BB67-1BD3-BDABB891E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F73A-B3E1-4579-BFD0-99295DD611CC}" type="datetimeFigureOut">
              <a:rPr lang="zh-TW" altLang="en-US" smtClean="0"/>
              <a:t>2026/8/15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C16E29D-FF8F-9097-49E4-D5A332F6E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FD784F-459E-A673-A415-2ECFD9EC8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88B0C-0070-48DD-A5B7-F02CFBAAAA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1191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3C723F-EE1D-01BF-91AD-E4122058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9A56D54-6994-74B1-C649-B3EE93CD2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AAD5E33-8C00-62A1-C55B-466271E67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D1CD907-045E-76B0-93A9-A86F1D3D4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F73A-B3E1-4579-BFD0-99295DD611CC}" type="datetimeFigureOut">
              <a:rPr lang="zh-TW" altLang="en-US" smtClean="0"/>
              <a:t>2026/8/15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1A9275B-6745-919F-ACB1-B843F13C3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C9892AC-A7E0-D1E0-F243-9530399D0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88B0C-0070-48DD-A5B7-F02CFBAAAA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6378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B50795-2534-CE06-135C-7E70F7EC7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1DB57BD-B5F7-E97E-B455-217B3ACC5A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7D17935-910A-96C8-A959-3D5698119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12E9B35-90B9-4CD0-CB08-BC9F87C2C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F73A-B3E1-4579-BFD0-99295DD611CC}" type="datetimeFigureOut">
              <a:rPr lang="zh-TW" altLang="en-US" smtClean="0"/>
              <a:t>2026/8/15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20EB242-AE4E-CDF1-CD9D-E9218CBE1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DAA8CA7-CE8F-66F1-D0A4-3CDE0A700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88B0C-0070-48DD-A5B7-F02CFBAAAA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2800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ACFCC0-204E-1F4A-E709-8B1DBCBE0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F65B381-E3A0-D22D-8398-0704EF4D9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F801913-8B1F-1B7B-E936-53BF1DCF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F73A-B3E1-4579-BFD0-99295DD611CC}" type="datetimeFigureOut">
              <a:rPr lang="zh-TW" altLang="en-US" smtClean="0"/>
              <a:t>2026/8/15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AF88F0-C098-1921-A64C-017A00E1B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323CE4-569C-FC77-FDB5-9F14AB032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88B0C-0070-48DD-A5B7-F02CFBAAAA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4181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34F4BAD-0AA7-9A38-847A-4C0FD72274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352D885-B903-6D66-DA37-904BAFDA0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178C27-A403-03BE-A17D-FF7AAB49E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F73A-B3E1-4579-BFD0-99295DD611CC}" type="datetimeFigureOut">
              <a:rPr lang="zh-TW" altLang="en-US" smtClean="0"/>
              <a:t>2026/8/15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A5199C8-A39C-6E58-70A9-CE925395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321A0E1-1B0C-A439-F339-9F59B0BEB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88B0C-0070-48DD-A5B7-F02CFBAAAA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5747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B507A36-9DDC-E8A0-9795-D6E38FE8B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E4DB64B-FA96-6F09-B311-68D44A907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01D624-A99E-AFC2-FB1D-E4EED3FCAB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9F73A-B3E1-4579-BFD0-99295DD611CC}" type="datetimeFigureOut">
              <a:rPr lang="zh-TW" altLang="en-US" smtClean="0"/>
              <a:t>2026/8/15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D60246-9C04-91AA-49AF-76DEA4AE58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5097F4-FD4A-6DAA-C9CF-49DD21BAE7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88B0C-0070-48DD-A5B7-F02CFBAAAA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1938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shorts/qKoLp0AFSbU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群組 12">
            <a:extLst>
              <a:ext uri="{FF2B5EF4-FFF2-40B4-BE49-F238E27FC236}">
                <a16:creationId xmlns:a16="http://schemas.microsoft.com/office/drawing/2014/main" id="{BC9F4797-6082-6316-4AC1-A10393774DA3}"/>
              </a:ext>
            </a:extLst>
          </p:cNvPr>
          <p:cNvGrpSpPr/>
          <p:nvPr/>
        </p:nvGrpSpPr>
        <p:grpSpPr>
          <a:xfrm>
            <a:off x="0" y="369332"/>
            <a:ext cx="12192000" cy="4706308"/>
            <a:chOff x="0" y="369332"/>
            <a:chExt cx="12192000" cy="4706308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5DD59158-3D14-A895-30F4-9172A59D9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69332"/>
              <a:ext cx="12192000" cy="4706308"/>
            </a:xfrm>
            <a:prstGeom prst="rect">
              <a:avLst/>
            </a:prstGeom>
          </p:spPr>
        </p:pic>
        <p:cxnSp>
          <p:nvCxnSpPr>
            <p:cNvPr id="5" name="直線單箭頭接點 4">
              <a:extLst>
                <a:ext uri="{FF2B5EF4-FFF2-40B4-BE49-F238E27FC236}">
                  <a16:creationId xmlns:a16="http://schemas.microsoft.com/office/drawing/2014/main" id="{BDE09615-08A1-D4EE-01F3-43E4AE2B9678}"/>
                </a:ext>
              </a:extLst>
            </p:cNvPr>
            <p:cNvCxnSpPr/>
            <p:nvPr/>
          </p:nvCxnSpPr>
          <p:spPr>
            <a:xfrm>
              <a:off x="967666" y="1379738"/>
              <a:ext cx="7785717" cy="148257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F509EF63-6321-5114-FF02-790F529A70A5}"/>
                </a:ext>
              </a:extLst>
            </p:cNvPr>
            <p:cNvSpPr txBox="1"/>
            <p:nvPr/>
          </p:nvSpPr>
          <p:spPr>
            <a:xfrm>
              <a:off x="248574" y="875476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solidFill>
                    <a:srgbClr val="FF0000"/>
                  </a:solidFill>
                  <a:latin typeface="正黑"/>
                </a:rPr>
                <a:t>金海機場</a:t>
              </a: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3BCFC9AA-90C8-878F-6333-B2B505D505AB}"/>
                </a:ext>
              </a:extLst>
            </p:cNvPr>
            <p:cNvSpPr txBox="1"/>
            <p:nvPr/>
          </p:nvSpPr>
          <p:spPr>
            <a:xfrm>
              <a:off x="8725528" y="2351790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solidFill>
                    <a:srgbClr val="FF0000"/>
                  </a:solidFill>
                  <a:latin typeface="正黑"/>
                </a:rPr>
                <a:t>西面</a:t>
              </a:r>
            </a:p>
          </p:txBody>
        </p:sp>
      </p:grp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445EA53-D870-19A1-D5EF-0DB607F00B88}"/>
              </a:ext>
            </a:extLst>
          </p:cNvPr>
          <p:cNvSpPr txBox="1"/>
          <p:nvPr/>
        </p:nvSpPr>
        <p:spPr>
          <a:xfrm>
            <a:off x="248574" y="0"/>
            <a:ext cx="7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Day 1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3A7BED3-2F6D-ED6F-8963-33410B02899A}"/>
              </a:ext>
            </a:extLst>
          </p:cNvPr>
          <p:cNvSpPr txBox="1"/>
          <p:nvPr/>
        </p:nvSpPr>
        <p:spPr>
          <a:xfrm>
            <a:off x="0" y="5075640"/>
            <a:ext cx="946699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■ 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17:55 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抵達金海機場</a:t>
            </a:r>
            <a:endParaRPr lang="zh-TW" altLang="en-US" b="0" dirty="0">
              <a:effectLst/>
            </a:endParaRPr>
          </a:p>
          <a:p>
            <a:pPr rtl="0">
              <a:buNone/>
            </a:pPr>
            <a:r>
              <a:rPr lang="zh-TW" altLang="en-US" sz="1800" b="0" i="0" u="sng" strike="noStrike" dirty="0">
                <a:solidFill>
                  <a:srgbClr val="1155CC"/>
                </a:solidFill>
                <a:effectLst/>
                <a:latin typeface="Cambria" panose="02040503050406030204" pitchFamily="18" charset="0"/>
                <a:hlinkClick r:id="rId3"/>
              </a:rPr>
              <a:t>輕軌到砂上</a:t>
            </a:r>
            <a:r>
              <a:rPr lang="en-US" altLang="zh-TW" sz="1800" b="0" i="0" u="sng" strike="noStrike" dirty="0">
                <a:solidFill>
                  <a:srgbClr val="1155CC"/>
                </a:solidFill>
                <a:effectLst/>
                <a:latin typeface="Cambria" panose="02040503050406030204" pitchFamily="18" charset="0"/>
                <a:hlinkClick r:id="rId3"/>
              </a:rPr>
              <a:t>30</a:t>
            </a:r>
            <a:r>
              <a:rPr lang="zh-TW" altLang="en-US" sz="1800" b="0" i="0" u="sng" strike="noStrike" dirty="0">
                <a:solidFill>
                  <a:srgbClr val="1155CC"/>
                </a:solidFill>
                <a:effectLst/>
                <a:latin typeface="Cambria" panose="02040503050406030204" pitchFamily="18" charset="0"/>
                <a:hlinkClick r:id="rId3"/>
              </a:rPr>
              <a:t>分鐘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機場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Gate3-&gt;Light Rail-&gt;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地鐵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2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線跟綠線走</a:t>
            </a:r>
            <a:endParaRPr lang="zh-TW" altLang="en-US" b="0" dirty="0">
              <a:effectLst/>
            </a:endParaRPr>
          </a:p>
          <a:p>
            <a:pPr rtl="0">
              <a:buNone/>
            </a:pP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 * 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【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交通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】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搭「輕軌」至沙上站 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Quattrocento Sans" panose="020F0502020204030204" pitchFamily="34" charset="0"/>
              </a:rPr>
              <a:t>➔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轉地鐵 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2 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號線至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【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西面站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】(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約 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45 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分鐘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)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。</a:t>
            </a:r>
            <a:endParaRPr lang="zh-TW" altLang="en-US" b="0" dirty="0">
              <a:effectLst/>
            </a:endParaRPr>
          </a:p>
          <a:p>
            <a:pPr rtl="0">
              <a:buNone/>
            </a:pP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*  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【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飯店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】Arban hotel, 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地址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: 32, </a:t>
            </a:r>
            <a:r>
              <a:rPr lang="en-US" altLang="zh-TW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Jungang-daero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691beon-gil, 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西面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, 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釜山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, 47287, 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韓國。</a:t>
            </a:r>
            <a:endParaRPr lang="zh-TW" altLang="en-US" b="0" dirty="0">
              <a:effectLst/>
            </a:endParaRPr>
          </a:p>
          <a:p>
            <a:pPr rtl="0">
              <a:buNone/>
            </a:pP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■ 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20:00 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西面 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Check-in 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後晚餐</a:t>
            </a:r>
            <a:endParaRPr lang="zh-TW" altLang="en-US" b="0" dirty="0">
              <a:effectLst/>
            </a:endParaRPr>
          </a:p>
          <a:p>
            <a:pPr rtl="0">
              <a:buNone/>
            </a:pP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 山莊 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1988 (</a:t>
            </a:r>
            <a:r>
              <a:rPr lang="en-US" altLang="zh-TW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Sanjang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1988)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：馬鈴薯排骨湯；復古氣氛，年輕人熱點。</a:t>
            </a:r>
            <a:endParaRPr lang="zh-TW" altLang="en-US" b="0" dirty="0">
              <a:effectLst/>
            </a:endParaRPr>
          </a:p>
          <a:p>
            <a:pPr rtl="0">
              <a:buNone/>
            </a:pP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 </a:t>
            </a:r>
            <a:br>
              <a:rPr lang="zh-TW" altLang="en-US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59332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4C7B2-8E17-5AF0-3AAC-D444EB827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圖片 26">
            <a:extLst>
              <a:ext uri="{FF2B5EF4-FFF2-40B4-BE49-F238E27FC236}">
                <a16:creationId xmlns:a16="http://schemas.microsoft.com/office/drawing/2014/main" id="{8F69C877-2581-517D-7FD2-B9C9C8743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35" y="0"/>
            <a:ext cx="6202379" cy="6858000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6AE3C980-C0FD-6351-64F0-C00A26717D08}"/>
              </a:ext>
            </a:extLst>
          </p:cNvPr>
          <p:cNvSpPr txBox="1"/>
          <p:nvPr/>
        </p:nvSpPr>
        <p:spPr>
          <a:xfrm>
            <a:off x="6294392" y="0"/>
            <a:ext cx="7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Day 2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6D71B71-16A8-0523-12C9-049338540566}"/>
              </a:ext>
            </a:extLst>
          </p:cNvPr>
          <p:cNvSpPr txBox="1"/>
          <p:nvPr/>
        </p:nvSpPr>
        <p:spPr>
          <a:xfrm>
            <a:off x="1691385" y="49271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正黑"/>
              </a:rPr>
              <a:t>西面</a:t>
            </a: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2A5E08C3-738B-1803-3358-76DFF79761FF}"/>
              </a:ext>
            </a:extLst>
          </p:cNvPr>
          <p:cNvCxnSpPr>
            <a:cxnSpLocks/>
          </p:cNvCxnSpPr>
          <p:nvPr/>
        </p:nvCxnSpPr>
        <p:spPr>
          <a:xfrm>
            <a:off x="1674176" y="730397"/>
            <a:ext cx="300919" cy="563489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F296C668-3D4F-0CF2-EA6D-ACFC70827B10}"/>
              </a:ext>
            </a:extLst>
          </p:cNvPr>
          <p:cNvCxnSpPr>
            <a:cxnSpLocks/>
          </p:cNvCxnSpPr>
          <p:nvPr/>
        </p:nvCxnSpPr>
        <p:spPr>
          <a:xfrm flipV="1">
            <a:off x="2255082" y="5894773"/>
            <a:ext cx="521212" cy="428541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ADC51696-DBE1-3DE0-CDAD-41D0DD1E7714}"/>
              </a:ext>
            </a:extLst>
          </p:cNvPr>
          <p:cNvCxnSpPr>
            <a:cxnSpLocks/>
          </p:cNvCxnSpPr>
          <p:nvPr/>
        </p:nvCxnSpPr>
        <p:spPr>
          <a:xfrm flipH="1" flipV="1">
            <a:off x="2700339" y="5331967"/>
            <a:ext cx="97654" cy="23082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DE9E8C1C-41C6-6BA4-F937-3C1C853281B6}"/>
              </a:ext>
            </a:extLst>
          </p:cNvPr>
          <p:cNvCxnSpPr>
            <a:cxnSpLocks/>
          </p:cNvCxnSpPr>
          <p:nvPr/>
        </p:nvCxnSpPr>
        <p:spPr>
          <a:xfrm flipH="1">
            <a:off x="1134914" y="5243035"/>
            <a:ext cx="1367731" cy="325606"/>
          </a:xfrm>
          <a:prstGeom prst="straightConnector1">
            <a:avLst/>
          </a:prstGeom>
          <a:ln w="571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13CE879-6658-EB29-49DB-A95854507142}"/>
              </a:ext>
            </a:extLst>
          </p:cNvPr>
          <p:cNvSpPr txBox="1"/>
          <p:nvPr/>
        </p:nvSpPr>
        <p:spPr>
          <a:xfrm>
            <a:off x="1752854" y="3013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1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8B09B75-617C-6767-40C0-9AE96C197D31}"/>
              </a:ext>
            </a:extLst>
          </p:cNvPr>
          <p:cNvSpPr txBox="1"/>
          <p:nvPr/>
        </p:nvSpPr>
        <p:spPr>
          <a:xfrm>
            <a:off x="2532010" y="603665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C000"/>
                </a:solidFill>
              </a:rPr>
              <a:t>2</a:t>
            </a:r>
            <a:endParaRPr lang="zh-TW" altLang="en-US" b="1" dirty="0">
              <a:solidFill>
                <a:srgbClr val="FFC000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C9F8E0AA-F5BE-8322-01C8-4B5A1525041A}"/>
              </a:ext>
            </a:extLst>
          </p:cNvPr>
          <p:cNvSpPr txBox="1"/>
          <p:nvPr/>
        </p:nvSpPr>
        <p:spPr>
          <a:xfrm>
            <a:off x="2776294" y="52153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  <a:endParaRPr lang="zh-TW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222136E-2F98-F601-08A0-8E11D9DEB1F0}"/>
              </a:ext>
            </a:extLst>
          </p:cNvPr>
          <p:cNvSpPr txBox="1"/>
          <p:nvPr/>
        </p:nvSpPr>
        <p:spPr>
          <a:xfrm>
            <a:off x="1503009" y="51211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2">
                    <a:lumMod val="75000"/>
                  </a:schemeClr>
                </a:solidFill>
              </a:rPr>
              <a:t>4</a:t>
            </a:r>
            <a:endParaRPr lang="zh-TW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2C01D63A-8CBF-515E-A0BF-86931CAE6B14}"/>
              </a:ext>
            </a:extLst>
          </p:cNvPr>
          <p:cNvSpPr txBox="1"/>
          <p:nvPr/>
        </p:nvSpPr>
        <p:spPr>
          <a:xfrm>
            <a:off x="2179479" y="638748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正黑"/>
              </a:rPr>
              <a:t>海女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BD350F4A-2CFE-04ED-3214-E634CC6E320D}"/>
              </a:ext>
            </a:extLst>
          </p:cNvPr>
          <p:cNvSpPr txBox="1"/>
          <p:nvPr/>
        </p:nvSpPr>
        <p:spPr>
          <a:xfrm>
            <a:off x="3056281" y="557208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正黑"/>
              </a:rPr>
              <a:t>海洋博物館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C0A9FA7-C5FF-23C2-350B-1F8375B00548}"/>
              </a:ext>
            </a:extLst>
          </p:cNvPr>
          <p:cNvSpPr txBox="1"/>
          <p:nvPr/>
        </p:nvSpPr>
        <p:spPr>
          <a:xfrm>
            <a:off x="2179479" y="4557237"/>
            <a:ext cx="1611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正黑"/>
              </a:rPr>
              <a:t>P.A.R.K </a:t>
            </a:r>
            <a:r>
              <a:rPr lang="zh-TW" altLang="en-US" b="1" dirty="0">
                <a:solidFill>
                  <a:srgbClr val="FF0000"/>
                </a:solidFill>
                <a:latin typeface="正黑"/>
              </a:rPr>
              <a:t>咖啡廳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F59CCB49-B3C2-B26C-90D1-DD1546D256A9}"/>
              </a:ext>
            </a:extLst>
          </p:cNvPr>
          <p:cNvSpPr txBox="1"/>
          <p:nvPr/>
        </p:nvSpPr>
        <p:spPr>
          <a:xfrm>
            <a:off x="269463" y="602865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正黑"/>
              </a:rPr>
              <a:t>白淺灘</a:t>
            </a:r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033DA1B4-1C8E-A49C-CE94-4A24A750C7C3}"/>
              </a:ext>
            </a:extLst>
          </p:cNvPr>
          <p:cNvCxnSpPr>
            <a:cxnSpLocks/>
          </p:cNvCxnSpPr>
          <p:nvPr/>
        </p:nvCxnSpPr>
        <p:spPr>
          <a:xfrm flipV="1">
            <a:off x="845556" y="730397"/>
            <a:ext cx="4414507" cy="4736090"/>
          </a:xfrm>
          <a:prstGeom prst="straightConnector1">
            <a:avLst/>
          </a:prstGeom>
          <a:ln w="57150">
            <a:solidFill>
              <a:schemeClr val="accent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918A803C-EBD8-FB78-150C-95EBAD2E3694}"/>
              </a:ext>
            </a:extLst>
          </p:cNvPr>
          <p:cNvSpPr txBox="1"/>
          <p:nvPr/>
        </p:nvSpPr>
        <p:spPr>
          <a:xfrm>
            <a:off x="4998100" y="8620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6">
                    <a:lumMod val="75000"/>
                  </a:schemeClr>
                </a:solidFill>
              </a:rPr>
              <a:t>5</a:t>
            </a:r>
            <a:endParaRPr lang="zh-TW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46B11F59-0F29-5F44-B996-48AC77A65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3299" y="647661"/>
            <a:ext cx="5703164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■ 09:30 - 10:30 西面 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Quattrocento Sans" panose="020B0502050000020003" pitchFamily="34" charset="0"/>
              </a:rPr>
              <a:t>➔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退房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早餐：【Egg Drop西面樂天後門店】</a:t>
            </a:r>
            <a:endParaRPr lang="en-US" altLang="zh-TW" sz="800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Zimcarry 運送服務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■ 10:00 - 11:00【西面寄件 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Quattrocento Sans" panose="020B0502050000020003" pitchFamily="34" charset="0"/>
              </a:rPr>
              <a:t>➔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輕裝出發】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* 【行李】將行李交給西面飯店櫃檯（需預約 Zimcarry）。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■ 11:30 - 13:00 午餐：【影島海女村】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 * 【體驗】海邊岩石草蓆、海膽 + 紫菜飯捲。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■ 13:30 - 16:30 影島精華：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【國立海洋博物館】+【釜山影島海景咖啡廳 P.ARK】+【白淺灘文化村】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 * 【交通】海女村 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Quattrocento Sans" panose="020B0502050000020003" pitchFamily="34" charset="0"/>
              </a:rPr>
              <a:t>➔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P.ARK (計程車 10 分鐘)；P.ARK 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Quattrocento Sans" panose="020B0502050000020003" pitchFamily="34" charset="0"/>
              </a:rPr>
              <a:t>➔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白淺灘 (計程車 15 分鐘)。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 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■ 16:30 - 17:15 返回廣安里 Check-in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* 【飯店】H Avenue Gwangalli Beach /  H 大道廣安裡海灘飯店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地址：42, Gwanganhaebyeon-ro 278beon-gil, 水營區, 48283 釜山, 韓國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부산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수영구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광안해변로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278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번길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42 B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동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9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층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, 48283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■ 18:00 之後：廣安里愜意時光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 * 【活動】去「水邊最高豬肉湯飯」抽號碼牌(也可不抽，因為很晚才會吃) </a:t>
            </a:r>
            <a:endParaRPr kumimoji="0" lang="en-US" altLang="zh-TW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Quattrocento Sans" panose="020B0502050000020003" pitchFamily="34" charset="0"/>
              </a:rPr>
              <a:t>➔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步行至 Millac the Market 買小食。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 * 【廣安里 M 無人機燈光秀】在廣安里房間看無人機秀(20:00)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夏季（3月至9月）： 每週六 20:00 及 22:00</a:t>
            </a:r>
            <a:r>
              <a:rPr lang="zh-TW" altLang="zh-TW" sz="1200" dirty="0">
                <a:solidFill>
                  <a:srgbClr val="000000"/>
                </a:solidFill>
                <a:latin typeface="Cambria" panose="02040503050406030204" pitchFamily="18" charset="0"/>
              </a:rPr>
              <a:t>長度： 每場約 10 至 12 分鐘</a:t>
            </a:r>
            <a:endParaRPr lang="zh-TW" altLang="zh-TW" sz="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sz="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■ 20:30 之後：水邊最高豬肉湯飯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14136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91B75-D64D-663F-4B3A-9ADAD6202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4088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FF064-8E55-9C63-7C9E-8D2E0E41C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2917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D9F56-DE4D-0D9C-6474-84D7DF82C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6950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0A423-64CE-89C1-A5BC-0A25FB81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222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465</Words>
  <Application>Microsoft Office PowerPoint</Application>
  <PresentationFormat>寬螢幕</PresentationFormat>
  <Paragraphs>45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4" baseType="lpstr">
      <vt:lpstr>Malgun Gothic</vt:lpstr>
      <vt:lpstr>正黑</vt:lpstr>
      <vt:lpstr>Arial</vt:lpstr>
      <vt:lpstr>Calibri</vt:lpstr>
      <vt:lpstr>Calibri Light</vt:lpstr>
      <vt:lpstr>Cambria</vt:lpstr>
      <vt:lpstr>Quattrocento Sans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佑瑜 張</dc:creator>
  <cp:lastModifiedBy>佑瑜 張</cp:lastModifiedBy>
  <cp:revision>9</cp:revision>
  <dcterms:created xsi:type="dcterms:W3CDTF">2026-08-15T08:39:49Z</dcterms:created>
  <dcterms:modified xsi:type="dcterms:W3CDTF">2026-08-15T09:23:17Z</dcterms:modified>
</cp:coreProperties>
</file>